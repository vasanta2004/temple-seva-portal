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73152" cy="5943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" y="457200"/>
            <a:ext cx="18288" cy="5943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59E0B"/>
                </a:solidFill>
                <a:latin typeface="Georgia"/>
              </a:defRPr>
            </a:pPr>
            <a:r>
              <a:rPr dirty="0"/>
              <a:t>🕉️ Temple </a:t>
            </a:r>
            <a:r>
              <a:rPr lang="en-US" dirty="0"/>
              <a:t>Seva Portal</a:t>
            </a:r>
            <a:endParaRPr dirty="0"/>
          </a:p>
          <a:p>
            <a:br>
              <a:rPr dirty="0"/>
            </a:br>
            <a:r>
              <a:rPr dirty="0"/>
              <a:t>A premium Digital Sanctuary bringing ancient devotion to modern systems</a:t>
            </a:r>
          </a:p>
          <a:p>
            <a:br>
              <a:rPr dirty="0"/>
            </a:br>
            <a:br>
              <a:rPr dirty="0"/>
            </a:br>
            <a:br>
              <a:rPr dirty="0"/>
            </a:br>
            <a:r>
              <a:rPr dirty="0"/>
              <a:t>💻 Technology: React.js (Vite)  |  Spring Boot (Java)  | 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🛑 Problem &amp; Digital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Why this modern digital platform was created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Manual Registers: Traditional paper entries are slow, easily misplaced, and cannot be managed remotely.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Long Queues: Devotees faced endless waiting times to reserve a Darshan date, stay, or purchase prasads.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Heavy Administrative Overhead: Coordinating stayed rooms, auditing donation logs, and tracking sweet prasad orders consumed hours daily.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Solution - Unified Portal: Translates entire temple operations into a secure, single-database clerical cockpit.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💡 KEY INSIGHT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By digitizing records, temple coordinators spend 80% less time on paperwork, and devotees gain instant booking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🛠️ The Complete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Built with state-of-the-art enterprise-grade software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Frontend Client: React.js compiled using the ultra-fast Vite bundler.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Styling &amp; Layout: Vanilla Tailwind CSS (v4.3) with HSL gold gradients.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Interface Motion: Framer Motion provides luxury smooth fade-in and hover transitions.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Backend API: Java Spring Boot (v3.2.5) driving standard RESTful services.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Database Engine: MongoDB NoSQL stores devotee stay lists, receipts, and festival entries securely.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Notifications: Spring Mail triggers SMTP Gmail confirmations upon successful bookings.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💻 PLATFORM INTEGRATION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React + Vite Client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Spring Boot MVC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MongoDB Database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Java Mail Sender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Spring Security + JWT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Framer Motion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🌸 Seamless Devotee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Custom features designed to elevate the spiritual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VIP Darshan Bookings: Devotees can easily pick dates and register schedules for darshan slots.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Seva Prayer Offerings: Digital registration for special pujas and celestial rituals.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Accommodation (Stays): Real-time lodging reservations near the sacred temple premises.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Prasad Orders: Pre-order authentic sweets for quick local collection or door-step shipping.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Holy Contributions: Secure, unified UPI donation forms with digital receipts.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🕊️ PILGRIM BENEFITS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Zero wait times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Clear slot availability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Auto-generated receipts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Instant reservation status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Simple, intuitive 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📅 Dynamic Sacred Events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Seeding and organizing key festivals in the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Fully Seeded System: 13 major annual temple festivals are automatically loaded into the MongoDB database.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Festival Range: Navratri Celebrations, Diwali Pujas, Brahmotsavam Days, Anniversaries, Full Moon, and Satsangs.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Dynamic Updates: Fully manageable event listings synced from the Spring Boot initializer code.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UI Display: High-contrast serifs, golden highlight cards, and responsive calendar grids.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🌟 DYNAMICALLY SEEDED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1. Navratri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2. Diwali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3. Brahmotsavam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4. Anniversaries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5. Satsangs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6. Monthly Pujas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7. Prasad Days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...and 6 more!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🔑 Encrypted Administrative Sanctuary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A premium administrative control center for temple high priests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Central Control Panel: Live telemetry statistics on total donation funds, stays, active events, and system statuses.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Auditable Ledgers: Interactive data tables listing devotee donations, lodger histories, and prasad queues.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Real-Time CRUD: Admin can instantly add, edit, or delete events, adjust dates, and approve room requests.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UI Sizing Upgrade: High-contrast scales (text-[8px] upscaled to text-xs/text-sm) for excellent readability under pressure.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🛡️ CLERICAL CREDENTIALS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Admin URL: /login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Email: admin@temple.com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Password: admin123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Protected via secure JWT tokens!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🔒 Enterprise Data Security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Protecting pilgrim records and financial transaction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Authentication: Spring Security combined with stateless JWT (JSON Web Tokens) for safe admin sessions.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Password Security: Sensitive administrator passwords are encrypted via BCrypt hashing algorithms.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API Security: Mapped CORS rules restrict API access solely to the authenticated React frontend.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Safe Inputs: Automatic sanitization layers protect the MongoDB engine from harmful injection scripts.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🛡️ SECURITY MATRIX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Token-based sessions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Zero plaintext passwords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Safe REST headers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Unified CORS controls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MongoDB validations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🎨 Luxury Divine Design Guidelines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Aesthetics customized to reflect spiritual luxury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Palette: Deep slate obsidian background (`#111827`) highlighted by vibrant warm gold-leaf gradients.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Typography: Sacred Georgia serif headers combined with highly readable sans-serif Calibri body text.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Flow: High Priest Profile indicators read 'SYSTEM ONLINE: OPTIMAL GRACE' for themed administrative focus.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Accessibility: Upscaled UI font grids so elderly devotees can read and book stays effortlessly.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✨ DESIGN TOKENS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Gold: #D97706 / #F59E0B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BG: Slate Obsidian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Headers: Georgia Serif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Body: Calibri Sans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Motion: Smooth 150ms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🏆 Accomplished &amp; Deployed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What we have successfully built and made 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Integrated APIs: Frontend client dynamically fetches backend APIs with zero proxy errors.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DataInitializer: Automatic database script populates 13 sacred events and admin credentials.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Active Port Configs: Frontend configured on port 5173 and Spring Boot backend running on port 8080.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Documented Presentation: Easy English slide-deck and printable PDF generated in workspace.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📊 SYSTEM TELEMETRY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Active Frontend: 5173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Active Backend: 8080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Active Database: 27017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PDF Slide-Deck: Generated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PPTX Slide-Deck: 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9E0B"/>
                </a:solidFill>
                <a:latin typeface="Georgia"/>
              </a:defRPr>
            </a:pPr>
            <a:r>
              <a:t>🚀 Future Sanctuary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FDE68A"/>
                </a:solidFill>
                <a:latin typeface="Georgia"/>
              </a:defRPr>
            </a:pPr>
            <a:r>
              <a:t>Extending the digital reaches of Sri Siddharoodha Temple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Native Mobile Apps: iOS and Android applications utilizing single-tap darshan bookings.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3D Virtual Sanctuary: Allow remote devotees to explore the shrines using virtual VR tours.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Multi-Language: Supporting regional languages like Hindi, Kannada, Tamil, and Telugu.</a:t>
            </a:r>
          </a:p>
          <a:p>
            <a:pPr>
              <a:spcAft>
                <a:spcPts val="10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• Live Stream Aartis: Integrating continuous real-time video streams from the sanctum's daily prayers.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F59E0B"/>
                </a:solidFill>
                <a:latin typeface="Calibri"/>
              </a:defRPr>
            </a:pPr>
            <a:r>
              <a:t>🔮 WHAT'S NEXT?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Mobile Apps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3D Virtual Tours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Regional Languages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Live Aarti Streams</a:t>
            </a:r>
          </a:p>
          <a:p>
            <a:pPr>
              <a:spcAft>
                <a:spcPts val="800"/>
              </a:spcAft>
              <a:defRPr sz="1500">
                <a:solidFill>
                  <a:srgbClr val="FEF3C7"/>
                </a:solidFill>
                <a:latin typeface="Calibri"/>
              </a:defRPr>
            </a:pPr>
            <a:r>
              <a:t>• Push Notification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11277295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9E0B"/>
                </a:solidFill>
                <a:latin typeface="Georgia"/>
              </a:defRPr>
            </a:pPr>
            <a:r>
              <a:t>🕉️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D1D5DB"/>
                </a:solidFill>
                <a:latin typeface="Georgia"/>
              </a:defRPr>
            </a:pPr>
            <a:r>
              <a:t>Gratitude for your time, attention, and divine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Calibri"/>
              </a:defRPr>
            </a:pPr>
            <a:r>
              <a:t>• Devotee-First Digital Vision: Elevating room reservation, VIP darshan booking, sweet prasad pre-ordering, and secure UPI donations into a unified, elegant platform.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Calibri"/>
              </a:defRPr>
            </a:pPr>
            <a:r>
              <a:t>• Robust Enterprise Design: Leveraging React.js (Vite), Tailwind CSS (v4), Java Spring Boot, MongoDB NoSQL, JWT tokens, and automated email receipts.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Calibri"/>
              </a:defRPr>
            </a:pPr>
            <a:r>
              <a:t>• Modern Clerical Workspace: empowering temple administrators with high-contrast, real-time telemetry dashboards for effortless operations.</a:t>
            </a:r>
          </a:p>
          <a:p>
            <a:pPr>
              <a:spcAft>
                <a:spcPts val="1200"/>
              </a:spcAft>
              <a:defRPr sz="1400">
                <a:solidFill>
                  <a:srgbClr val="E5E7EB"/>
                </a:solidFill>
                <a:latin typeface="Calibri"/>
              </a:defRPr>
            </a:pPr>
            <a:r>
              <a:t>• Open Discussion &amp; Feedback: We welcome your insightful questions, valuable suggestions, and guidance to make this digital sanctuary even better.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1645920"/>
            <a:ext cx="3962095" cy="4297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800"/>
              </a:spcAft>
              <a:defRPr sz="2000" b="1">
                <a:solidFill>
                  <a:srgbClr val="F59E0B"/>
                </a:solidFill>
                <a:latin typeface="Georgia"/>
              </a:defRPr>
            </a:pPr>
            <a:r>
              <a:t>🙏 DHANYAWAD</a:t>
            </a:r>
          </a:p>
          <a:p>
            <a:pPr>
              <a:spcAft>
                <a:spcPts val="600"/>
              </a:spcAft>
            </a:pPr>
            <a:endParaRPr/>
          </a:p>
          <a:p>
            <a:pPr>
              <a:spcAft>
                <a:spcPts val="12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May the divine grace of Sri Siddharoodha Temple bring endless peace, happiness, and prosperity to all hearts.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1178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vasanta11223@outlook.com</cp:lastModifiedBy>
  <cp:revision>2</cp:revision>
  <dcterms:created xsi:type="dcterms:W3CDTF">2013-01-27T09:14:16Z</dcterms:created>
  <dcterms:modified xsi:type="dcterms:W3CDTF">2026-05-25T16:14:38Z</dcterms:modified>
  <cp:category/>
</cp:coreProperties>
</file>